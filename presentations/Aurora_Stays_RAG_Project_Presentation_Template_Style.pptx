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729984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18998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24780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25786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3421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630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730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6929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7934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39273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Held-out DeepEval comparison (10 cases)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Baseline k=5     F=.993  R=.977  P=.808  AR=.939  Composite=.941  Pass=9/10</a:t>
            </a:r>
          </a:p>
        </p:txBody>
      </p:sp>
      <p:sp>
        <p:nvSpPr>
          <p:cNvPr id="322" name="Oval 321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Hybrid k=5       F=.995  R=.979  P=.787  AR=.922  Composite=.935  Pass=8/10</a:t>
            </a:r>
          </a:p>
        </p:txBody>
      </p:sp>
      <p:sp>
        <p:nvSpPr>
          <p:cNvPr id="324" name="Oval 323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Hybrid k=6       F=.993  R=.982  P=.781  AR=.929  Composite=.935  Pass=8/10</a:t>
            </a:r>
          </a:p>
        </p:txBody>
      </p:sp>
      <p:sp>
        <p:nvSpPr>
          <p:cNvPr id="326" name="Oval 325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7752"/>
                </a:solidFill>
                <a:latin typeface="Montserrat"/>
              </a:rPr>
              <a:t>Selected: baseline k=5 because it has the highest weighted composite score.</a:t>
            </a:r>
          </a:p>
        </p:txBody>
      </p:sp>
      <p:sp>
        <p:nvSpPr>
          <p:cNvPr id="328" name="Oval 327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2A2A"/>
                </a:solidFill>
                <a:latin typeface="Montserrat"/>
              </a:rPr>
              <a:t>Only remaining failure: Accessible King room inclusions; Contextual Precision=.451.</a:t>
            </a:r>
          </a:p>
        </p:txBody>
      </p:sp>
      <p:sp>
        <p:nvSpPr>
          <p:cNvPr id="330" name="Oval 329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94944" y="4014215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benchmark question is underspecified. A focused clarification plus single-chunk retrieval scored Precision=.961 and passed all four metrics.</a:t>
            </a:r>
          </a:p>
        </p:txBody>
      </p:sp>
      <p:sp>
        <p:nvSpPr>
          <p:cNvPr id="332" name="Oval 331"/>
          <p:cNvSpPr/>
          <p:nvPr/>
        </p:nvSpPr>
        <p:spPr>
          <a:xfrm>
            <a:off x="402336" y="41148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7fda05a — Publish latest Aurora Stays evaluation and presentation.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Published groups include backend and frontend source, FAISS artifacts, the final executed notebook, evaluation CSVs, and the presentation pack.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supplied template and generated PPTX/PDF presentation files are included for handoff.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evidence includes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parking example returns a grounded comparison of the Atlanta and Miami fees with supporting chunks.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Production Readiness and Handoff Notes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 with chunk_size=512, overlap=64, MMR lambda=0.50, fetch_k=20, and CrossEncoder reranking.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weighted composite score 0.941.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application is runnable through the Flask backend and Streamlit frontend, locally or in GitHub Codespaces.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Keep the benchmark question unchanged for evaluation; treat the remaining precision issue as a question/auto-answer limitation.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Next operational step: add monitoring for insufficient context and review the single known failure before broader rollout.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