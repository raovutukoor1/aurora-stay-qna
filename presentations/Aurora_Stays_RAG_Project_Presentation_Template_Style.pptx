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621792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694944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Built a source-grounded RAG assistant for Aurora Stays hotel-policy questions.</a:t>
            </a:r>
          </a:p>
        </p:txBody>
      </p:sp>
      <p:sp>
        <p:nvSpPr>
          <p:cNvPr id="193" name="Oval 1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Four policy PDFs are converted to structured Markdown, chunked, embedded, and indexed in FAISS.</a:t>
            </a:r>
          </a:p>
        </p:txBody>
      </p:sp>
      <p:sp>
        <p:nvSpPr>
          <p:cNvPr id="195" name="Oval 19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Selected baseline: k=5, MMR lambda=0.50, fetch_k=20, CrossEncoder reranking.</a:t>
            </a:r>
          </a:p>
        </p:txBody>
      </p:sp>
      <p:sp>
        <p:nvSpPr>
          <p:cNvPr id="197" name="Oval 19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result: 9/10 cases passed; composite score 0.941.</a:t>
            </a:r>
          </a:p>
        </p:txBody>
      </p:sp>
      <p:sp>
        <p:nvSpPr>
          <p:cNvPr id="199" name="Oval 19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Average metrics: Faithfulness 0.993 | Recall 0.977 | Precision 0.808 | Relevancy 0.939.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353415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Main remaining issue: the Accessible King benchmark question is underspecified; a focused clarification experiment raised precision to 0.961.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729984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Knowledge base: four selectable-text PDF policy guides.</a:t>
            </a:r>
          </a:p>
        </p:txBody>
      </p:sp>
      <p:sp>
        <p:nvSpPr>
          <p:cNvPr id="209" name="Oval 20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Coverage: room/property information; booking and cancellation; refunds and additional charges; conduct and accessibility.</a:t>
            </a:r>
          </a:p>
        </p:txBody>
      </p:sp>
      <p:sp>
        <p:nvSpPr>
          <p:cNvPr id="211" name="Oval 2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Source structure includes headings, policy sections, Markdown tables, and a six-property matrix.</a:t>
            </a:r>
          </a:p>
        </p:txBody>
      </p:sp>
      <p:sp>
        <p:nvSpPr>
          <p:cNvPr id="213" name="Oval 2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Properties represented: ASH-ATL, ASH-BOS, ASH-CHI, ASH-DEN, ASH-MIA, and ASH-SEA.</a:t>
            </a:r>
          </a:p>
        </p:txBody>
      </p:sp>
      <p:sp>
        <p:nvSpPr>
          <p:cNvPr id="215" name="Oval 2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OCR is disabled because the supplied PDFs contain selectable text.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Chunks are enriched with source, section, property-code, and topic metadata for focused retrieval.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Tokenizer maximum length: 128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Domain-specific embeddings improve matching for hotel-policy terms such as late checkout, pet fees, and room features.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 size: 512 tokens; overlap: 64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Total chunks created: 43,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Vector database: FAISS with 43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189988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24780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25786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660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56" name="Oval 255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694944" y="33421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58" name="Oval 25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94944" y="3630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3730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Core system prompt: You are the Aurora Stays policy assistant. Use only the retrieved policy context to answer.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53415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215383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stronger judge model scores factual support, retrieval coverage, retrieval focus, and answer relevance.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6929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7934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every important answer claim is supported by retrieved context.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retrieved context contains information needed for the expected answer.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relevant context is prioritized over unrelated content.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answer directly addresses the user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Retrieval tuning matrix selected chunk_size=512, overlap=64, MMR lambda=0.50, and fetch_k=20.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 proxy coverage: 0.836; held-out test proxy coverage: 0.850.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Full DeepEval is the acceptance test; proxy coverage is used only to narrow candidates.</a:t>
            </a:r>
          </a:p>
        </p:txBody>
      </p:sp>
      <p:sp>
        <p:nvSpPr>
          <p:cNvPr id="309" name="Oval 30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694944" y="27660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evaluation creates LLMTestCase objects with input, expected output, actual output, retrieval context, and reference context.</a:t>
            </a:r>
          </a:p>
        </p:txBody>
      </p:sp>
      <p:sp>
        <p:nvSpPr>
          <p:cNvPr id="311" name="Oval 31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Output artifacts: deepeval_options_summary.csv and deepeval_options_cases.csv.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39273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Cases are classified as AUTO ANSWER, ASSISTED REVIEW, or MANUAL LOOKUP from the composite score.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4407408"/>
            <a:ext cx="6729984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Result: baseline k=5 is the selected configuration by highest composite score.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9" b="1">
                          <a:solidFill>
                            <a:srgbClr val="FFFFFF"/>
                          </a:solidFill>
                          <a:latin typeface="Montserrat"/>
                        </a:rP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.946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.826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.944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.971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.956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.958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.988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.989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.913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.451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.825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A62A2A"/>
                          </a:solidFill>
                          <a:latin typeface="Montserrat"/>
                        </a:rP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.893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.982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.975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.828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.963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.956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.962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.809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.896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.916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.986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.834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.884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.939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09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.888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.974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.998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.781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.895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0">
                          <a:solidFill>
                            <a:srgbClr val="000000"/>
                          </a:solidFill>
                          <a:latin typeface="Montserrat"/>
                        </a:rPr>
                        <a:t>.934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40" b="1">
                          <a:solidFill>
                            <a:srgbClr val="1F7752"/>
                          </a:solidFill>
                          <a:latin typeface="Montserrat"/>
                        </a:rP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0E39A9"/>
                </a:solidFill>
                <a:latin typeface="Montserrat"/>
              </a:rPr>
              <a:t>Selected baseline: 9/10 passed; weighted composite .941. The only failure is Accessible King Precision=.451.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19019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persisted FAISS index contains 43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38201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286207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29626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GET / returns a lightweight readiness message.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/v1/relevant_chunks returns the top-k retrieved policy chunks.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/v1/answer_with_relevant_chunks returns the generated answer and evidence chunks.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POST /v1/answer returns the generated answer only.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334213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3822191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Container binding: 0.0.0.0:7860; local smoke tests use port 5000.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Pinned backend dependencies are declared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Flask 3.1.3 and Gunicorn 26.2.0 provide the API service runtime.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LangChain HuggingFace, LangChain Community, and LangChain OpenAI provide retrieval and generation integration.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sentence-transformers 6.1.0 and faiss-cpu 1.15.0 provide embeddings and vector search.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Docker build installs CPU-only PyTorch before installing the requirements file.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backend application, FAISS artifact, and requirements into /app.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Installs CPU PyTorch and the pinned backend dependencies without pip cache.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Starts one Gunicorn worker on port 7860 with a 120-second request timeout.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local default is http://localhost:5000.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locally with Streamlit on port 8501 and the Flask API on port 5000.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at runtime so the frontend can call the backend service or forwarded port.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Repository: github.com/raovutukoor1/aurora-stay-qna.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Latest published commit: 3b34c59 — removed the handoff-owner line from slide 31.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Key files: backend/app.py, backend/rag_utils.py, frontend/app.py, Dockerfiles, and requirements files.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 files: notebooks/Aurora_Stays_RAG_POC_Local_final_executed.ipynb, reports/evaluation_results.md, and deepeval_options_cases.csv.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Presentation files: build_aurora_presentation.py, the template-style PPTX, and the generated PDF packs.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Credentials remain excluded: config/config.json, .env, and supplied token/config files are not tracked.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local endpoints: frontend http://localhost:8501 and backend http://127.0.0.1:5000.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{BACKEND_URL}/v1/answer_with_relevant_chunks.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 includes query, k=5, temperature=0.0, and max_tokens=512.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 include answer, relevant_chunks, model_name, and the generation parameters used.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excerpt: Atlanta Midtown self parking is $28 per night; Miami Brickell uses valet parking at $55 per night.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also returns the supporting chunks for auditability.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POST /v1/answer when only the final answer is required; use this endpoint for auditability.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Accessible King case has Contextual Precision=.451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Recommendations and Success Measures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Recommendation 1: pilot the k=5 baseline with evidence display enabled for support staff.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Recommendation 2: route ambiguous or insufficient-context questions to assisted review rather than forcing an auto-answer.</a:t>
            </a:r>
          </a:p>
        </p:txBody>
      </p:sp>
      <p:sp>
        <p:nvSpPr>
          <p:cNvPr id="417" name="Oval 41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Recommendation 3: keep the benchmark question unchanged, but improve production question clarification and prompt handling.</a:t>
            </a:r>
          </a:p>
        </p:txBody>
      </p:sp>
      <p:sp>
        <p:nvSpPr>
          <p:cNvPr id="419" name="Oval 41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Track success through held-out pass rate, Contextual Precision, escalation rate, answer latency, and evidence-click usage.</a:t>
            </a:r>
          </a:p>
        </p:txBody>
      </p:sp>
      <p:sp>
        <p:nvSpPr>
          <p:cNvPr id="421" name="Oval 42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Before broader rollout, capture the live Codespaces URL and screenshots, then repeat the two production smoke tests.</a:t>
            </a:r>
          </a:p>
        </p:txBody>
      </p:sp>
      <p:sp>
        <p:nvSpPr>
          <p:cNvPr id="423" name="Oval 42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694944" y="37261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Decision: proceed with a controlled pilot; review the single known Accessible King failure before wider release.</a:t>
            </a:r>
          </a:p>
        </p:txBody>
      </p:sp>
      <p:sp>
        <p:nvSpPr>
          <p:cNvPr id="425" name="Oval 42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